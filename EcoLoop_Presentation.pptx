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file_00000000daf07208a6b2f359eba4cb8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file_00000000d28c7208a4af9ff04bc7ff0f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file_0000000065cc7208ac577d90af95586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file_000000004b1c72089c1382e9c2bd437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file_000000002f48720bbcf20c105a443eb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file_00000000af08720ba406a10c9cf085cf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file_000000000044720bb313a026ad2e791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file_00000000a770720b87848b7b03c3531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file_0000000054987208af210eb6915039b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EcoLoop - Green Entrepreneurship</dc:title>
  <dc:subject>PptxGenJS Presentation</dc:subject>
  <dc:creator>EcoLoop Team</dc:creator>
  <cp:lastModifiedBy>EcoLoop Team</cp:lastModifiedBy>
  <cp:revision>1</cp:revision>
  <dcterms:created xsi:type="dcterms:W3CDTF">2026-06-04T17:42:37Z</dcterms:created>
  <dcterms:modified xsi:type="dcterms:W3CDTF">2026-06-04T17:42:37Z</dcterms:modified>
</cp:coreProperties>
</file>